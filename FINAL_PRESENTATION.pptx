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MyMasjidApp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Masjid Management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Final Project Presentation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Full-Stack Web Application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3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Manual record keeping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Inefficient communication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Data management issues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Solution</a:t>
            </a:r>
            <a:endParaRPr lang="en-US" sz="3000" dirty="0"/>
          </a:p>
        </p:txBody>
      </p:sp>
      <p:sp>
        <p:nvSpPr>
          <p:cNvPr id="3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Centralized digital platform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Multi-role access system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Automated workflows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Key Features</a:t>
            </a:r>
            <a:endParaRPr lang="en-US" sz="3000" dirty="0"/>
          </a:p>
        </p:txBody>
      </p:sp>
      <p:sp>
        <p:nvSpPr>
          <p:cNvPr id="3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Student Management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Attendance Tracking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Fee Management &amp; Payments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Exam &amp; Results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Teacher &amp; Class Management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Technology Stack</a:t>
            </a:r>
            <a:endParaRPr lang="en-US" sz="3000" dirty="0"/>
          </a:p>
        </p:txBody>
      </p:sp>
      <p:sp>
        <p:nvSpPr>
          <p:cNvPr id="3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Frontend: React 19, Vite, TailwindCSS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Backend: Node.js, Express.js, MySQL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DevOps: Docker, Nginx, SSL/TLS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Payment Integration</a:t>
            </a:r>
            <a:endParaRPr lang="en-US" sz="3000" dirty="0"/>
          </a:p>
        </p:txBody>
      </p:sp>
      <p:sp>
        <p:nvSpPr>
          <p:cNvPr id="3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ToyyibPay (Malaysian gateway)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FPX, Credit/Debit, DuitNow QR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E-Wallets: TNG, Boost, GrabPay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Security Features</a:t>
            </a:r>
            <a:endParaRPr lang="en-US" sz="3000" dirty="0"/>
          </a:p>
        </p:txBody>
      </p:sp>
      <p:sp>
        <p:nvSpPr>
          <p:cNvPr id="3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JWT Authentication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Role-Based Access Control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Password Hashing (bcrypt)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Input Validation &amp; Sanitization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Statistics</a:t>
            </a:r>
            <a:endParaRPr lang="en-US" sz="3000" dirty="0"/>
          </a:p>
        </p:txBody>
      </p:sp>
      <p:sp>
        <p:nvSpPr>
          <p:cNvPr id="3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425 Users (369 Students, 49 Teachers, 6 Admins)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96 Classes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369 Fee Records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100% Test Pass Rate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Architecture</a:t>
            </a:r>
            <a:endParaRPr lang="en-US" sz="3000" dirty="0"/>
          </a:p>
        </p:txBody>
      </p:sp>
      <p:sp>
        <p:nvSpPr>
          <p:cNvPr id="3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Frontend (React) → Nginx → Backend (Express)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Backend → MySQL (Yearly DB system)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Dockerized services behind reverse proxy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Production-ready system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All core features functional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Secure and reliable</a:t>
            </a:r>
            <a:endParaRPr lang="en-US" sz="18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Ready for deployment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2025-12-15T07:23:32Z</dcterms:created>
  <dcterms:modified xsi:type="dcterms:W3CDTF">2025-12-15T07:23:32Z</dcterms:modified>
</cp:coreProperties>
</file>